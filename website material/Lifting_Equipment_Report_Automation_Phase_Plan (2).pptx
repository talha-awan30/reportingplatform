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Proposal: a web platform that replaces hand-typed Word inspection reports with a guided form, automatic Word generation, reviewer approval and a client portal. Built in four phases.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problem in effort and risk, not just convenience: manual typing costs inspector hours and creates client-facing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the inspector's job ends at Submit. Formatting, numbering and layout are the system's responsibility.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dropdown master lists are admin-controlled, so the wording standard lives in the system rather than in each inspector's habits.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Reviewer approval is mandatory: nothing reaches the client without it. Returning a report for correction sends it back to the inspector with a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self-service on past records removes most 'please resend the last report' requests from the office workload.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Validity periods are configurable per equipment type, so the expiry date is calculated automatically from the inspection date rather than entered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list doubles as the scope boundary. Anything not on this slide is a change request or a later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are sequenced so value lands early: after Phase 2 the office already stops typing reports by hand, even before review and client access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ask small: two inputs unblock Phase 1. Validity rules and contact lists are only needed before Phase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dia/image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0"/>
            <a:ext cx="1195120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6900"/>
          </a:solidFill>
          <a:ln/>
        </p:spPr>
      </p:sp>
      <p:sp>
        <p:nvSpPr>
          <p:cNvPr id="4" name="Text 1"/>
          <p:cNvSpPr/>
          <p:nvPr/>
        </p:nvSpPr>
        <p:spPr>
          <a:xfrm>
            <a:off x="768096" y="2606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Equipment Report Automation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22960" y="3611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to client approval — one platform, phased build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607040" y="5852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0689336" y="6400800"/>
            <a:ext cx="1371600" cy="228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8" name="Shape 5"/>
          <p:cNvSpPr/>
          <p:nvPr/>
        </p:nvSpPr>
        <p:spPr>
          <a:xfrm>
            <a:off x="11932920" y="5897880"/>
            <a:ext cx="22860" cy="576072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9" name="Text 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11969496" cy="121615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6900"/>
          </a:solidFill>
          <a:ln/>
        </p:spPr>
      </p:sp>
      <p:pic>
        <p:nvPicPr>
          <p:cNvPr id="4" name="Image 0" descr="media/image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65176"/>
            <a:ext cx="1261872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01168"/>
            <a:ext cx="96926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Today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30352" y="1371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lifting equipment report is typed and formatted by hand in Word — slow, repetitive and easy to get wrong.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30352" y="2084832"/>
            <a:ext cx="3611880" cy="1417320"/>
          </a:xfrm>
          <a:prstGeom prst="roundRect">
            <a:avLst>
              <a:gd name="adj" fmla="val 3226"/>
            </a:avLst>
          </a:prstGeom>
          <a:solidFill>
            <a:srgbClr val="FBECEA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0352" y="2084832"/>
            <a:ext cx="10972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2194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by hand in Word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" y="258775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report is written from scratch, then formatted to match the last one.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06824" y="2084832"/>
            <a:ext cx="3611880" cy="1417320"/>
          </a:xfrm>
          <a:prstGeom prst="roundRect">
            <a:avLst>
              <a:gd name="adj" fmla="val 3226"/>
            </a:avLst>
          </a:prstGeom>
          <a:solidFill>
            <a:srgbClr val="FBECEA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06824" y="2084832"/>
            <a:ext cx="10972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4562856" y="2194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Re-typed details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62856" y="258775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ID, client name, equipment IDs and dates are entered again on every report.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83296" y="2084832"/>
            <a:ext cx="3611880" cy="1417320"/>
          </a:xfrm>
          <a:prstGeom prst="roundRect">
            <a:avLst>
              <a:gd name="adj" fmla="val 3226"/>
            </a:avLst>
          </a:prstGeom>
          <a:solidFill>
            <a:srgbClr val="FBECEA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83296" y="2084832"/>
            <a:ext cx="10972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8339328" y="21945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pasted manually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39328" y="258775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resized and dragged into the document one at a time.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30352" y="3666744"/>
            <a:ext cx="3611880" cy="1417320"/>
          </a:xfrm>
          <a:prstGeom prst="roundRect">
            <a:avLst>
              <a:gd name="adj" fmla="val 3226"/>
            </a:avLst>
          </a:prstGeom>
          <a:solidFill>
            <a:srgbClr val="FBECEA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0352" y="3666744"/>
            <a:ext cx="10972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786384" y="37764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wording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86384" y="4169664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finding is written differently by different inspectors.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306824" y="3666744"/>
            <a:ext cx="3611880" cy="1417320"/>
          </a:xfrm>
          <a:prstGeom prst="roundRect">
            <a:avLst>
              <a:gd name="adj" fmla="val 3226"/>
            </a:avLst>
          </a:prstGeom>
          <a:solidFill>
            <a:srgbClr val="FBECEA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06824" y="3666744"/>
            <a:ext cx="10972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4562856" y="37764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by email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62856" y="4169664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go back and forth as attachments — no clear record of who approved what.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083296" y="3666744"/>
            <a:ext cx="3611880" cy="1417320"/>
          </a:xfrm>
          <a:prstGeom prst="roundRect">
            <a:avLst>
              <a:gd name="adj" fmla="val 3226"/>
            </a:avLst>
          </a:prstGeom>
          <a:solidFill>
            <a:srgbClr val="FBECEA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83296" y="3666744"/>
            <a:ext cx="10972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6"/>
          <p:cNvSpPr/>
          <p:nvPr/>
        </p:nvSpPr>
        <p:spPr>
          <a:xfrm>
            <a:off x="8339328" y="37764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records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339328" y="4169664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expiry dates sit on laptops and in mailboxes — hard to search, easy to miss.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30352" y="5376672"/>
            <a:ext cx="11128248" cy="868680"/>
          </a:xfrm>
          <a:prstGeom prst="roundRect">
            <a:avLst>
              <a:gd name="adj" fmla="val 5263"/>
            </a:avLst>
          </a:prstGeom>
          <a:solidFill>
            <a:srgbClr val="2B303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5449824"/>
            <a:ext cx="105613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cost:  </a:t>
            </a:r>
            <a:pPr indent="0" marL="0">
              <a:buNone/>
            </a:pPr>
            <a:r>
              <a:rPr lang="en-US" sz="14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report takes 45–60 minutes of typing and formatting — and every re-typed field is another chance for an error to reach the client.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11969496" cy="121615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6900"/>
          </a:solidFill>
          <a:ln/>
        </p:spPr>
      </p:sp>
      <p:pic>
        <p:nvPicPr>
          <p:cNvPr id="4" name="Image 0" descr="media/image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65176"/>
            <a:ext cx="1261872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01168"/>
            <a:ext cx="96926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Report Is Created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30352" y="1371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inspector the flow is linear — fill, select, upload, submit. No formatting work at all.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240280"/>
            <a:ext cx="2103120" cy="26517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2240280"/>
            <a:ext cx="210312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9" name="Shape 6"/>
          <p:cNvSpPr/>
          <p:nvPr/>
        </p:nvSpPr>
        <p:spPr>
          <a:xfrm>
            <a:off x="1234440" y="2514600"/>
            <a:ext cx="640080" cy="64008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12648" y="3273552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&amp; Client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3730752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opens a new report and enters the Job ID and client details.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642616" y="3456432"/>
            <a:ext cx="219456" cy="237744"/>
          </a:xfrm>
          <a:prstGeom prst="rightArrow">
            <a:avLst/>
          </a:prstGeom>
          <a:solidFill>
            <a:srgbClr val="FF6600"/>
          </a:solidFill>
          <a:ln/>
        </p:spPr>
      </p:sp>
      <p:sp>
        <p:nvSpPr>
          <p:cNvPr id="14" name="Shape 11"/>
          <p:cNvSpPr/>
          <p:nvPr/>
        </p:nvSpPr>
        <p:spPr>
          <a:xfrm>
            <a:off x="2770632" y="2240280"/>
            <a:ext cx="2103120" cy="26517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70632" y="2240280"/>
            <a:ext cx="210312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6" name="Shape 13"/>
          <p:cNvSpPr/>
          <p:nvPr/>
        </p:nvSpPr>
        <p:spPr>
          <a:xfrm>
            <a:off x="3502152" y="2514600"/>
            <a:ext cx="640080" cy="64008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7" name="Text 14"/>
          <p:cNvSpPr/>
          <p:nvPr/>
        </p:nvSpPr>
        <p:spPr>
          <a:xfrm>
            <a:off x="3502152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880360" y="3273552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Details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2907792" y="3730752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chosen from ready-made dropdowns — nothing is typed twice.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910328" y="3456432"/>
            <a:ext cx="219456" cy="237744"/>
          </a:xfrm>
          <a:prstGeom prst="rightArrow">
            <a:avLst/>
          </a:prstGeom>
          <a:solidFill>
            <a:srgbClr val="FF6600"/>
          </a:solidFill>
          <a:ln/>
        </p:spPr>
      </p:sp>
      <p:sp>
        <p:nvSpPr>
          <p:cNvPr id="21" name="Shape 18"/>
          <p:cNvSpPr/>
          <p:nvPr/>
        </p:nvSpPr>
        <p:spPr>
          <a:xfrm>
            <a:off x="5038344" y="2240280"/>
            <a:ext cx="2103120" cy="26517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38344" y="2240280"/>
            <a:ext cx="210312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3" name="Shape 20"/>
          <p:cNvSpPr/>
          <p:nvPr/>
        </p:nvSpPr>
        <p:spPr>
          <a:xfrm>
            <a:off x="5769864" y="2514600"/>
            <a:ext cx="640080" cy="64008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4" name="Text 21"/>
          <p:cNvSpPr/>
          <p:nvPr/>
        </p:nvSpPr>
        <p:spPr>
          <a:xfrm>
            <a:off x="5769864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48072" y="3273552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&amp; Comments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175504" y="3730752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photos are uploaded and comments added in one screen.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178040" y="3456432"/>
            <a:ext cx="219456" cy="237744"/>
          </a:xfrm>
          <a:prstGeom prst="rightArrow">
            <a:avLst/>
          </a:prstGeom>
          <a:solidFill>
            <a:srgbClr val="FF6600"/>
          </a:solidFill>
          <a:ln/>
        </p:spPr>
      </p:sp>
      <p:sp>
        <p:nvSpPr>
          <p:cNvPr id="28" name="Shape 25"/>
          <p:cNvSpPr/>
          <p:nvPr/>
        </p:nvSpPr>
        <p:spPr>
          <a:xfrm>
            <a:off x="7306056" y="2240280"/>
            <a:ext cx="2103120" cy="26517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06056" y="2240280"/>
            <a:ext cx="210312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0" name="Shape 27"/>
          <p:cNvSpPr/>
          <p:nvPr/>
        </p:nvSpPr>
        <p:spPr>
          <a:xfrm>
            <a:off x="8037576" y="2514600"/>
            <a:ext cx="640080" cy="64008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1" name="Text 28"/>
          <p:cNvSpPr/>
          <p:nvPr/>
        </p:nvSpPr>
        <p:spPr>
          <a:xfrm>
            <a:off x="8037576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7415784" y="3273552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Front-Page Photos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443216" y="3730752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separate upload set for the report cover page.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445752" y="3456432"/>
            <a:ext cx="219456" cy="237744"/>
          </a:xfrm>
          <a:prstGeom prst="rightArrow">
            <a:avLst/>
          </a:prstGeom>
          <a:solidFill>
            <a:srgbClr val="FF6600"/>
          </a:solidFill>
          <a:ln/>
        </p:spPr>
      </p:sp>
      <p:sp>
        <p:nvSpPr>
          <p:cNvPr id="35" name="Shape 32"/>
          <p:cNvSpPr/>
          <p:nvPr/>
        </p:nvSpPr>
        <p:spPr>
          <a:xfrm>
            <a:off x="9573768" y="2240280"/>
            <a:ext cx="2103120" cy="26517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573768" y="2240280"/>
            <a:ext cx="210312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7" name="Shape 34"/>
          <p:cNvSpPr/>
          <p:nvPr/>
        </p:nvSpPr>
        <p:spPr>
          <a:xfrm>
            <a:off x="10305288" y="2514600"/>
            <a:ext cx="640080" cy="64008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8" name="Text 35"/>
          <p:cNvSpPr/>
          <p:nvPr/>
        </p:nvSpPr>
        <p:spPr>
          <a:xfrm>
            <a:off x="10305288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9683496" y="3273552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9710928" y="3730752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report is generated automatically and sent to the reviewer.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530352" y="5257800"/>
            <a:ext cx="11128248" cy="1005840"/>
          </a:xfrm>
          <a:prstGeom prst="roundRect">
            <a:avLst>
              <a:gd name="adj" fmla="val 4545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22960" y="534009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effort, better output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inspector never opens Word. Once Submit is pressed the document is built from the template, so every report leaves the site in the approved format.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11969496" cy="121615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6900"/>
          </a:solidFill>
          <a:ln/>
        </p:spPr>
      </p:sp>
      <p:pic>
        <p:nvPicPr>
          <p:cNvPr id="4" name="Image 0" descr="media/image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65176"/>
            <a:ext cx="1261872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01168"/>
            <a:ext cx="96926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Inspection Form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30352" y="1371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does the remembering — the inspector only selects, writes observations and attaches photos.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30352" y="2084832"/>
            <a:ext cx="5532120" cy="288036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0352" y="2084832"/>
            <a:ext cx="5532120" cy="530352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2139696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Inspector Fills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9808" y="2761488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ID &amp; client details.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number, client name, site, contact and inspection date.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details.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serial / ID, SWL and capacity — picked from saved lists.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inspection dropdowns.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dropdown per checkpoint: Satisfactory / Defect / Not Applicable.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box.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observations, defects found and recommendations.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photos.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inspection photos uploaded together.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Front-page photos.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upload set used only for the report cover.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084832"/>
            <a:ext cx="5486400" cy="2880360"/>
          </a:xfrm>
          <a:prstGeom prst="roundRect">
            <a:avLst>
              <a:gd name="adj" fmla="val 1270"/>
            </a:avLst>
          </a:prstGeom>
          <a:solidFill>
            <a:srgbClr val="ECF5EC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72200" y="2084832"/>
            <a:ext cx="5486400" cy="5303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2139696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Dropdowns Instead of Typing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91656" y="2761488"/>
            <a:ext cx="5074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wording.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uses the same standard clauses and terminology.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per report instead of the best part of an hour.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typos.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re-typed, so nothing gets mistyped.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format.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output looks the same on every job, for every client.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data, not just text.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Selections are stored as data, so findings can be searched and counted later.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30352" y="5230368"/>
            <a:ext cx="11128248" cy="868680"/>
          </a:xfrm>
          <a:prstGeom prst="roundRect">
            <a:avLst>
              <a:gd name="adj" fmla="val 5263"/>
            </a:avLst>
          </a:prstGeom>
          <a:solidFill>
            <a:srgbClr val="2B3038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303520"/>
            <a:ext cx="105613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photo sets, on purpose:  </a:t>
            </a:r>
            <a:pPr indent="0" marL="0">
              <a:buNone/>
            </a:pPr>
            <a:r>
              <a:rPr lang="en-US" sz="14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front-page images and inspection images are uploaded separately, so the cover of the report and the body of the report can never get mixed up.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11969496" cy="121615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6900"/>
          </a:solidFill>
          <a:ln/>
        </p:spPr>
      </p:sp>
      <p:pic>
        <p:nvPicPr>
          <p:cNvPr id="4" name="Image 0" descr="media/image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65176"/>
            <a:ext cx="1261872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01168"/>
            <a:ext cx="96926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30352" y="1371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moves in one direction only, and each hand-off is recorded — inspector, reviewer, then client.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30352" y="2240280"/>
            <a:ext cx="2990088" cy="960120"/>
          </a:xfrm>
          <a:prstGeom prst="chevron">
            <a:avLst/>
          </a:prstGeom>
          <a:solidFill>
            <a:srgbClr val="FF6600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" y="22402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Submits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76072" y="3310128"/>
            <a:ext cx="28529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is completed, photos attached, and the report submitted from site or office.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2240280"/>
            <a:ext cx="2990088" cy="960120"/>
          </a:xfrm>
          <a:prstGeom prst="chevron">
            <a:avLst/>
          </a:prstGeom>
          <a:solidFill>
            <a:srgbClr val="2B3038"/>
          </a:solidFill>
          <a:ln/>
        </p:spPr>
      </p:sp>
      <p:sp>
        <p:nvSpPr>
          <p:cNvPr id="11" name="Text 8"/>
          <p:cNvSpPr/>
          <p:nvPr/>
        </p:nvSpPr>
        <p:spPr>
          <a:xfrm>
            <a:off x="3547872" y="22402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Report Built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429000" y="3310128"/>
            <a:ext cx="28529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fills the approved Word template — text, selections and photos in place.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36208" y="2240280"/>
            <a:ext cx="2990088" cy="960120"/>
          </a:xfrm>
          <a:prstGeom prst="chevron">
            <a:avLst/>
          </a:prstGeom>
          <a:solidFill>
            <a:srgbClr val="FF660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22402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Approves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281928" y="3310128"/>
            <a:ext cx="28529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reads it, edits if needed, returns it for correction or approves it.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089136" y="2240280"/>
            <a:ext cx="2990088" cy="960120"/>
          </a:xfrm>
          <a:prstGeom prst="chevron">
            <a:avLst/>
          </a:prstGeom>
          <a:solidFill>
            <a:srgbClr val="2B3038"/>
          </a:solidFill>
          <a:ln/>
        </p:spPr>
      </p:sp>
      <p:sp>
        <p:nvSpPr>
          <p:cNvPr id="17" name="Text 14"/>
          <p:cNvSpPr/>
          <p:nvPr/>
        </p:nvSpPr>
        <p:spPr>
          <a:xfrm>
            <a:off x="9253728" y="22402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Approves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134856" y="3310128"/>
            <a:ext cx="28529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review does it reach the client, who approves it in their own portal.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30352" y="4709160"/>
            <a:ext cx="11128248" cy="1143000"/>
          </a:xfrm>
          <a:prstGeom prst="roundRect">
            <a:avLst>
              <a:gd name="adj" fmla="val 4000"/>
            </a:avLst>
          </a:prstGeom>
          <a:solidFill>
            <a:srgbClr val="ECF5EC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48280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Approval Trail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records who submitted it, who reviewed it and who approved it, with dates. An audit question is answered from the system instead of from somebody's inbox.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11969496" cy="121615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6900"/>
          </a:solidFill>
          <a:ln/>
        </p:spPr>
      </p:sp>
      <p:pic>
        <p:nvPicPr>
          <p:cNvPr id="4" name="Image 0" descr="media/image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65176"/>
            <a:ext cx="1261872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01168"/>
            <a:ext cx="96926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Panel &amp; Client Portal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30352" y="1371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logins, two jobs — the reviewer controls quality, the client sees status and history.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30352" y="2084832"/>
            <a:ext cx="5532120" cy="288036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0352" y="2084832"/>
            <a:ext cx="5532120" cy="530352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2139696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Panel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9808" y="2761488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queue.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submitted report waiting for review, in one list.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as Word.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document, ready to read and edit if required.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for correction.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 back to the inspector with a note on what to fix.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release.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automatically releases the report to the client.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history.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edit, return and approval is kept with its date and user.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084832"/>
            <a:ext cx="5486400" cy="288036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72200" y="2084832"/>
            <a:ext cx="5486400" cy="530352"/>
          </a:xfrm>
          <a:prstGeom prst="rect">
            <a:avLst/>
          </a:prstGeom>
          <a:solidFill>
            <a:srgbClr val="2B3038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2139696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91656" y="2761488"/>
            <a:ext cx="5074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sees only their own jobs and equipment.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to approve.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reports listed with job, equipment and inspection date.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query.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report, or raise a query back for clarification.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records.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all previous reports by Job ID, equipment ID or date.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any time.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or PDF copy available whenever the client needs it.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30352" y="5230368"/>
            <a:ext cx="11128248" cy="868680"/>
          </a:xfrm>
          <a:prstGeom prst="roundRect">
            <a:avLst>
              <a:gd name="adj" fmla="val 5263"/>
            </a:avLst>
          </a:prstGeom>
          <a:solidFill>
            <a:srgbClr val="2B3038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303520"/>
            <a:ext cx="105613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record, two views:  </a:t>
            </a:r>
            <a:pPr indent="0" marL="0">
              <a:buNone/>
            </a:pPr>
            <a:r>
              <a:rPr lang="en-US" sz="14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and client are looking at the same report and the same history, so nobody has to email a copy across to keep the other side informed.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11969496" cy="121615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6900"/>
          </a:solidFill>
          <a:ln/>
        </p:spPr>
      </p:sp>
      <p:pic>
        <p:nvPicPr>
          <p:cNvPr id="4" name="Image 0" descr="media/image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65176"/>
            <a:ext cx="1261872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01168"/>
            <a:ext cx="96926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Expiry Alerts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30352" y="1371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inspection has a validity date. The platform watches that date and emails both sides before it lapses — so re-inspection is booked, not remembered.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30352" y="2084832"/>
            <a:ext cx="269748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0352" y="2084832"/>
            <a:ext cx="269748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9" name="Text 6"/>
          <p:cNvSpPr/>
          <p:nvPr/>
        </p:nvSpPr>
        <p:spPr>
          <a:xfrm>
            <a:off x="694944" y="22494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 before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4944" y="26334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notice, so the client has time to plan and budget the re-inspection.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74136" y="2084832"/>
            <a:ext cx="269748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74136" y="2084832"/>
            <a:ext cx="269748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3" name="Text 10"/>
          <p:cNvSpPr/>
          <p:nvPr/>
        </p:nvSpPr>
        <p:spPr>
          <a:xfrm>
            <a:off x="3538728" y="22494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before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538728" y="26334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email to the client contact and the team lead, stating the exact expiry date.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17920" y="2084832"/>
            <a:ext cx="269748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2084832"/>
            <a:ext cx="2697480" cy="91440"/>
          </a:xfrm>
          <a:prstGeom prst="rect">
            <a:avLst/>
          </a:prstGeom>
          <a:solidFill>
            <a:srgbClr val="2B3038"/>
          </a:solidFill>
          <a:ln/>
        </p:spPr>
      </p:sp>
      <p:sp>
        <p:nvSpPr>
          <p:cNvPr id="17" name="Text 14"/>
          <p:cNvSpPr/>
          <p:nvPr/>
        </p:nvSpPr>
        <p:spPr>
          <a:xfrm>
            <a:off x="6382512" y="22494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before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82512" y="26334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warning, and the equipment is flagged as Due in both portals.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061704" y="2084832"/>
            <a:ext cx="269748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061704" y="2084832"/>
            <a:ext cx="2697480" cy="91440"/>
          </a:xfrm>
          <a:prstGeom prst="rect">
            <a:avLst/>
          </a:prstGeom>
          <a:solidFill>
            <a:srgbClr val="2B3038"/>
          </a:solidFill>
          <a:ln/>
        </p:spPr>
      </p:sp>
      <p:sp>
        <p:nvSpPr>
          <p:cNvPr id="21" name="Text 18"/>
          <p:cNvSpPr/>
          <p:nvPr/>
        </p:nvSpPr>
        <p:spPr>
          <a:xfrm>
            <a:off x="9226296" y="22494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expiry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226296" y="26334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Expired, with escalation emails until a new inspection is recorded.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30352" y="3931920"/>
            <a:ext cx="5532120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0352" y="3931920"/>
            <a:ext cx="5532120" cy="5029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5" name="Text 22"/>
          <p:cNvSpPr/>
          <p:nvPr/>
        </p:nvSpPr>
        <p:spPr>
          <a:xfrm>
            <a:off x="713232" y="3977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Receives the Email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49808" y="4553712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contact.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named on the job for that equipment.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office can chase the booking instead of waiting for the client.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copy.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copy to admin for overall tracking.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continue until a new inspection is recorded against the equipment.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172200" y="3931920"/>
            <a:ext cx="5486400" cy="2286000"/>
          </a:xfrm>
          <a:prstGeom prst="roundRect">
            <a:avLst>
              <a:gd name="adj" fmla="val 1600"/>
            </a:avLst>
          </a:prstGeom>
          <a:solidFill>
            <a:srgbClr val="ECF5EC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72200" y="3931920"/>
            <a:ext cx="548640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9" name="Text 26"/>
          <p:cNvSpPr/>
          <p:nvPr/>
        </p:nvSpPr>
        <p:spPr>
          <a:xfrm>
            <a:off x="6355080" y="39776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Email Says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6391656" y="4553712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&amp; Job ID.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which item, and the report it came from.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date.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 — the certification expires on this date.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remaining.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countdown, so the urgency is obvious at a glance.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link.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to open the report and request the re-inspection.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11969496" cy="121615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6900"/>
          </a:solidFill>
          <a:ln/>
        </p:spPr>
      </p:sp>
      <p:pic>
        <p:nvPicPr>
          <p:cNvPr id="4" name="Image 0" descr="media/image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65176"/>
            <a:ext cx="1261872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01168"/>
            <a:ext cx="96926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Build — Modules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30352" y="1371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made of clear building blocks — each one owned, configurable and delivered inside a phase.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30352" y="1993392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0352" y="1993392"/>
            <a:ext cx="361188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213969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&amp; Client Setup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13232" y="2487168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ID, client details, site and inspection date captured in one form.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06824" y="1993392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06824" y="1993392"/>
            <a:ext cx="361188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3" name="Text 10"/>
          <p:cNvSpPr/>
          <p:nvPr/>
        </p:nvSpPr>
        <p:spPr>
          <a:xfrm>
            <a:off x="4489704" y="213969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Register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489704" y="2487168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equipment types, IDs, SWL and capacities to select from.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83296" y="1993392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83296" y="1993392"/>
            <a:ext cx="361188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7" name="Text 14"/>
          <p:cNvSpPr/>
          <p:nvPr/>
        </p:nvSpPr>
        <p:spPr>
          <a:xfrm>
            <a:off x="8266176" y="213969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Master Lists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266176" y="2487168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Admin-controlled options behind every inspection checkpoint.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30352" y="3319272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0352" y="3319272"/>
            <a:ext cx="361188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1" name="Text 18"/>
          <p:cNvSpPr/>
          <p:nvPr/>
        </p:nvSpPr>
        <p:spPr>
          <a:xfrm>
            <a:off x="713232" y="346557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Manager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13232" y="3813048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photos plus a separate front-page photo set.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306824" y="3319272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06824" y="3319272"/>
            <a:ext cx="361188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5" name="Text 22"/>
          <p:cNvSpPr/>
          <p:nvPr/>
        </p:nvSpPr>
        <p:spPr>
          <a:xfrm>
            <a:off x="4489704" y="346557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Report Generator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489704" y="3813048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approved Word template automatically — text and images.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083296" y="3319272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83296" y="3319272"/>
            <a:ext cx="361188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9" name="Text 26"/>
          <p:cNvSpPr/>
          <p:nvPr/>
        </p:nvSpPr>
        <p:spPr>
          <a:xfrm>
            <a:off x="8266176" y="346557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Approval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8266176" y="3813048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queue, edits, return-for-correction and final approval.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30352" y="4645152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30352" y="4645152"/>
            <a:ext cx="361188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3" name="Text 30"/>
          <p:cNvSpPr/>
          <p:nvPr/>
        </p:nvSpPr>
        <p:spPr>
          <a:xfrm>
            <a:off x="713232" y="479145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713232" y="5138928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login, report approval and past record search.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306824" y="4645152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06824" y="4645152"/>
            <a:ext cx="361188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7" name="Text 34"/>
          <p:cNvSpPr/>
          <p:nvPr/>
        </p:nvSpPr>
        <p:spPr>
          <a:xfrm>
            <a:off x="4489704" y="479145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&amp; Renewal Alerts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4489704" y="5138928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tracking with automatic emails to client and team lead.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8083296" y="4645152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83296" y="4645152"/>
            <a:ext cx="361188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1" name="Text 38"/>
          <p:cNvSpPr/>
          <p:nvPr/>
        </p:nvSpPr>
        <p:spPr>
          <a:xfrm>
            <a:off x="8266176" y="479145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Roles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8266176" y="5138928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Inspector, Reviewer, Client and Admin access levels.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11969496" cy="121615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6900"/>
          </a:solidFill>
          <a:ln/>
        </p:spPr>
      </p:sp>
      <p:pic>
        <p:nvPicPr>
          <p:cNvPr id="4" name="Image 0" descr="media/image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65176"/>
            <a:ext cx="1261872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01168"/>
            <a:ext cx="96926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Plan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30352" y="1371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phases, each ending in something the team can actually use — form, then reports, then review, then the client and alert layer.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30352" y="2103120"/>
            <a:ext cx="269748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0352" y="2103120"/>
            <a:ext cx="2697480" cy="566928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9" name="Text 6"/>
          <p:cNvSpPr/>
          <p:nvPr/>
        </p:nvSpPr>
        <p:spPr>
          <a:xfrm>
            <a:off x="694944" y="21396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Report Form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76656" y="2779776"/>
            <a:ext cx="241401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ID &amp; client details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details entry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inspection dropdowns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box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edit drafts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74136" y="2103120"/>
            <a:ext cx="269748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74136" y="2103120"/>
            <a:ext cx="2697480" cy="566928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4" name="Text 11"/>
          <p:cNvSpPr/>
          <p:nvPr/>
        </p:nvSpPr>
        <p:spPr>
          <a:xfrm>
            <a:off x="3538728" y="21396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38728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&amp; Word Output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520440" y="2779776"/>
            <a:ext cx="241401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photo upload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Front-page photo set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template auto-fill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&amp; download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report numbering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17920" y="2103120"/>
            <a:ext cx="269748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2103120"/>
            <a:ext cx="2697480" cy="566928"/>
          </a:xfrm>
          <a:prstGeom prst="rect">
            <a:avLst/>
          </a:prstGeom>
          <a:solidFill>
            <a:srgbClr val="2B3038"/>
          </a:solidFill>
          <a:ln/>
        </p:spPr>
      </p:sp>
      <p:sp>
        <p:nvSpPr>
          <p:cNvPr id="19" name="Text 16"/>
          <p:cNvSpPr/>
          <p:nvPr/>
        </p:nvSpPr>
        <p:spPr>
          <a:xfrm>
            <a:off x="6382512" y="21396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82512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Approval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364224" y="2779776"/>
            <a:ext cx="241401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login &amp; queue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for correction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release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approval trail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061704" y="2103120"/>
            <a:ext cx="269748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061704" y="2103120"/>
            <a:ext cx="2697480" cy="566928"/>
          </a:xfrm>
          <a:prstGeom prst="rect">
            <a:avLst/>
          </a:prstGeom>
          <a:solidFill>
            <a:srgbClr val="2B3038"/>
          </a:solidFill>
          <a:ln/>
        </p:spPr>
      </p:sp>
      <p:sp>
        <p:nvSpPr>
          <p:cNvPr id="24" name="Text 21"/>
          <p:cNvSpPr/>
          <p:nvPr/>
        </p:nvSpPr>
        <p:spPr>
          <a:xfrm>
            <a:off x="9226296" y="21396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226296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&amp; Alerts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208008" y="2779776"/>
            <a:ext cx="241401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login &amp; roles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report approval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record search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PDF download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&amp; renewal emails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30352" y="5212080"/>
            <a:ext cx="11128248" cy="914400"/>
          </a:xfrm>
          <a:prstGeom prst="roundRect">
            <a:avLst>
              <a:gd name="adj" fmla="val 5000"/>
            </a:avLst>
          </a:prstGeom>
          <a:solidFill>
            <a:srgbClr val="2B3038"/>
          </a:solidFill>
          <a:ln/>
        </p:spPr>
      </p:sp>
      <p:sp>
        <p:nvSpPr>
          <p:cNvPr id="28" name="Text 25"/>
          <p:cNvSpPr/>
          <p:nvPr/>
        </p:nvSpPr>
        <p:spPr>
          <a:xfrm>
            <a:off x="822960" y="5285232"/>
            <a:ext cx="10561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principle:  </a:t>
            </a:r>
            <a:pPr indent="0" marL="0">
              <a:buNone/>
            </a:pPr>
            <a:r>
              <a:rPr lang="en-US" sz="14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gives a complete digital inspection form, Phase 2 turns it into a finished Word report, and Phases 3 and 4 add the review, client and reminder layers on top of a system that already works.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11969496" cy="121615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6900"/>
          </a:solidFill>
          <a:ln/>
        </p:spPr>
      </p:sp>
      <p:pic>
        <p:nvPicPr>
          <p:cNvPr id="4" name="Image 0" descr="media/image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65176"/>
            <a:ext cx="1261872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01168"/>
            <a:ext cx="96926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30352" y="13716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can start as soon as the inspection content is confirmed — everything below is either an input we need, or a later option.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30352" y="2084832"/>
            <a:ext cx="5532120" cy="30175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0352" y="2084832"/>
            <a:ext cx="5532120" cy="5029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213055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9808" y="2706624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list.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inspection points, and the options each dropdown should offer.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template.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report template plus two or three completed samples.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rules.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a certification stays valid, per equipment type.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list.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contacts and team leads who should receive expiry emails.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roles.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reviews, who approves, and which clients get portal access.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084832"/>
            <a:ext cx="5486400" cy="3017520"/>
          </a:xfrm>
          <a:prstGeom prst="roundRect">
            <a:avLst>
              <a:gd name="adj" fmla="val 1212"/>
            </a:avLst>
          </a:prstGeom>
          <a:solidFill>
            <a:srgbClr val="ECF5EC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72200" y="2084832"/>
            <a:ext cx="548640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213055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Options — Not In Scope Yet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91656" y="2706624"/>
            <a:ext cx="5074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dashboard.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per month, defect trends, inspector workload.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offline entry.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reports on site with no signal, sync on return.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QR verification.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scannable check that a report is genuine.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equipment import.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 existing equipment register from a spreadsheet.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30352" y="5394960"/>
            <a:ext cx="11128248" cy="868680"/>
          </a:xfrm>
          <a:prstGeom prst="roundRect">
            <a:avLst>
              <a:gd name="adj" fmla="val 5263"/>
            </a:avLst>
          </a:prstGeom>
          <a:solidFill>
            <a:srgbClr val="2B3038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468112"/>
            <a:ext cx="105613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begin:  </a:t>
            </a:r>
            <a:pPr indent="0" marL="0">
              <a:buNone/>
            </a:pPr>
            <a:r>
              <a:rPr lang="en-US" sz="14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checkpoint list and the Word template are the only two items needed to start Phase 1 — the rest can be confirmed while the build is already underway.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Lifting Equipment Report Automation</dc:title>
  <dc:subject>PptxGenJS Presentation</dc:subject>
  <dc:creator>SGS</dc:creator>
  <cp:lastModifiedBy>SGS</cp:lastModifiedBy>
  <cp:revision>1</cp:revision>
  <dcterms:created xsi:type="dcterms:W3CDTF">2026-08-04T10:14:07Z</dcterms:created>
  <dcterms:modified xsi:type="dcterms:W3CDTF">2026-08-04T10:14:07Z</dcterms:modified>
</cp:coreProperties>
</file>